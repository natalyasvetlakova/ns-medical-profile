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</p:sldIdLst>
  <p:sldSz cx="9144000" cy="6858000" type="screen4x3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A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6" d="100"/>
          <a:sy n="96" d="100"/>
        </p:scale>
        <p:origin x="-1056" y="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4EE3A-CF6B-4BD2-A232-2F7290A69755}" type="datetimeFigureOut">
              <a:rPr lang="ru-RU" smtClean="0"/>
              <a:pPr/>
              <a:t>28.03.2023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6A69C-1605-4321-8E1B-256D4588834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D25B8827-29D1-449A-AB6E-C29BEAE8B0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32656"/>
            <a:ext cx="8920786" cy="6398077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="" xmlns:a16="http://schemas.microsoft.com/office/drawing/2014/main" id="{689243A2-882B-401F-B5D0-1E835DAC1A5A}"/>
              </a:ext>
            </a:extLst>
          </p:cNvPr>
          <p:cNvSpPr txBox="1"/>
          <p:nvPr/>
        </p:nvSpPr>
        <p:spPr>
          <a:xfrm>
            <a:off x="2267744" y="2852936"/>
            <a:ext cx="5400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ru-RU" sz="2800" b="1" dirty="0">
                <a:solidFill>
                  <a:srgbClr val="0DAA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800" b="1" dirty="0" smtClean="0">
                <a:solidFill>
                  <a:srgbClr val="0DAA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ru-RU" sz="2800" b="1" dirty="0" err="1" smtClean="0">
                <a:solidFill>
                  <a:srgbClr val="0DAA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Светлакова</a:t>
            </a:r>
            <a:r>
              <a:rPr lang="ru-RU" sz="2800" b="1" dirty="0" smtClean="0">
                <a:solidFill>
                  <a:srgbClr val="0DAA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800" b="1" dirty="0">
                <a:solidFill>
                  <a:srgbClr val="0DAA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Наталья</a:t>
            </a:r>
          </a:p>
        </p:txBody>
      </p:sp>
    </p:spTree>
    <p:extLst>
      <p:ext uri="{BB962C8B-B14F-4D97-AF65-F5344CB8AC3E}">
        <p14:creationId xmlns:p14="http://schemas.microsoft.com/office/powerpoint/2010/main" val="26516107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64553b36d98a1a9771b60ed7fd6ae5ca013c54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3</Words>
  <Application>Microsoft Office PowerPoint</Application>
  <PresentationFormat>Экран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Сурова Наталья</dc:creator>
  <cp:lastModifiedBy>User Windows</cp:lastModifiedBy>
  <cp:revision>195</cp:revision>
  <dcterms:created xsi:type="dcterms:W3CDTF">2014-05-12T04:44:22Z</dcterms:created>
  <dcterms:modified xsi:type="dcterms:W3CDTF">2023-03-28T15:16:14Z</dcterms:modified>
</cp:coreProperties>
</file>